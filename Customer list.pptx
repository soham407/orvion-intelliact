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61" r:id="rId3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0" autoAdjust="0"/>
    <p:restoredTop sz="94660"/>
  </p:normalViewPr>
  <p:slideViewPr>
    <p:cSldViewPr>
      <p:cViewPr varScale="1">
        <p:scale>
          <a:sx n="58" d="100"/>
          <a:sy n="58" d="100"/>
        </p:scale>
        <p:origin x="756" y="60"/>
      </p:cViewPr>
      <p:guideLst>
        <p:guide orient="horz" pos="2592"/>
        <p:guide pos="4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5E004-1B4F-482C-AFF1-CAB549D06683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CC761-079F-4F1F-9088-814E81F4718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OIAPL LOGO MASTER.png">
            <a:extLst>
              <a:ext uri="{FF2B5EF4-FFF2-40B4-BE49-F238E27FC236}">
                <a16:creationId xmlns:a16="http://schemas.microsoft.com/office/drawing/2014/main" id="{5074D29E-FBC6-02DE-3334-1BC77CF492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rcRect r="70269"/>
          <a:stretch>
            <a:fillRect/>
          </a:stretch>
        </p:blipFill>
        <p:spPr>
          <a:xfrm>
            <a:off x="13939760" y="228600"/>
            <a:ext cx="499518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7"/>
            <a:ext cx="12435840" cy="180022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7862" y="4095751"/>
            <a:ext cx="5803899" cy="1158811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4095751"/>
            <a:ext cx="5803900" cy="1158811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5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1" y="1842136"/>
            <a:ext cx="6464300" cy="7677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1" y="2609851"/>
            <a:ext cx="6464300" cy="47415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1" cy="76771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1"/>
            <a:ext cx="6466841" cy="47415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7660"/>
            <a:ext cx="4813301" cy="13944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1" y="327661"/>
            <a:ext cx="8178800" cy="7023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1722121"/>
            <a:ext cx="4813301" cy="56292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0" y="5760720"/>
            <a:ext cx="8778240" cy="68008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0" y="735330"/>
            <a:ext cx="8778240" cy="49377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0" y="6440806"/>
            <a:ext cx="8778240" cy="96583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47862" y="702946"/>
            <a:ext cx="2961641" cy="149809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7862" y="702946"/>
            <a:ext cx="8646160" cy="149809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5"/>
            <a:ext cx="131673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13EC0-B38B-46CE-A45F-F1CD4F6D5E3D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B36C7-DC0A-41DE-A4E2-5C3DEBBF14F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16 x 9 ppt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12" Type="http://schemas.openxmlformats.org/officeDocument/2006/relationships/image" Target="../media/image18.jpeg"/><Relationship Id="rId2" Type="http://schemas.openxmlformats.org/officeDocument/2006/relationships/image" Target="../media/image9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jpeg"/><Relationship Id="rId10" Type="http://schemas.openxmlformats.org/officeDocument/2006/relationships/image" Target="../media/image2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10200" y="990600"/>
            <a:ext cx="4160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Our Trusted Partners</a:t>
            </a:r>
          </a:p>
        </p:txBody>
      </p:sp>
      <p:pic>
        <p:nvPicPr>
          <p:cNvPr id="21" name="Picture 20" descr="OIAPL LOGO MASTER.png"/>
          <p:cNvPicPr>
            <a:picLocks noChangeAspect="1"/>
          </p:cNvPicPr>
          <p:nvPr/>
        </p:nvPicPr>
        <p:blipFill>
          <a:blip r:embed="rId2" cstate="print"/>
          <a:srcRect r="70269"/>
          <a:stretch>
            <a:fillRect/>
          </a:stretch>
        </p:blipFill>
        <p:spPr>
          <a:xfrm>
            <a:off x="13939760" y="228600"/>
            <a:ext cx="499518" cy="533400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771418" y="2209800"/>
            <a:ext cx="13087563" cy="2058988"/>
            <a:chOff x="533400" y="3048000"/>
            <a:chExt cx="13087563" cy="205898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4660AD2-BB0B-A38D-8F4B-FFDDEDD89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3352800"/>
              <a:ext cx="3657600" cy="782981"/>
            </a:xfrm>
            <a:prstGeom prst="rect">
              <a:avLst/>
            </a:prstGeom>
          </p:spPr>
        </p:pic>
        <p:pic>
          <p:nvPicPr>
            <p:cNvPr id="24" name="Picture 23" descr="A red and black logo&#10;&#10;Description automatically generated">
              <a:extLst>
                <a:ext uri="{FF2B5EF4-FFF2-40B4-BE49-F238E27FC236}">
                  <a16:creationId xmlns:a16="http://schemas.microsoft.com/office/drawing/2014/main" id="{09582685-11B0-6040-DE7E-B02CC3B27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744"/>
            <a:stretch>
              <a:fillRect/>
            </a:stretch>
          </p:blipFill>
          <p:spPr>
            <a:xfrm>
              <a:off x="8229600" y="3140126"/>
              <a:ext cx="1952090" cy="12954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82CD9CE-0FA8-A2D6-0D61-3603474F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600" y="3140126"/>
              <a:ext cx="2743200" cy="1143000"/>
            </a:xfrm>
            <a:prstGeom prst="rect">
              <a:avLst/>
            </a:prstGeom>
          </p:spPr>
        </p:pic>
        <p:pic>
          <p:nvPicPr>
            <p:cNvPr id="26" name="Picture 25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B1165541-73A0-213C-5B98-1693CB0A5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91800" y="3124200"/>
              <a:ext cx="3029163" cy="1235126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609600" y="4343400"/>
              <a:ext cx="3733800" cy="4462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50" dirty="0"/>
                <a:t>Transform the process industry with AI-driven automation, empowering businesses in Chemicals, Energy &amp; Materials.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 rot="5400000">
              <a:off x="3467894" y="4077494"/>
              <a:ext cx="2057400" cy="158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6820694" y="4076700"/>
              <a:ext cx="2057400" cy="158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9411494" y="4075906"/>
              <a:ext cx="2057400" cy="1588"/>
            </a:xfrm>
            <a:prstGeom prst="line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4800600" y="4419600"/>
              <a:ext cx="27432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The Next Level of Fire and </a:t>
              </a:r>
              <a:br>
                <a:rPr lang="en-US" sz="1100" dirty="0">
                  <a:latin typeface="+mj-lt"/>
                </a:rPr>
              </a:br>
              <a:r>
                <a:rPr lang="en-US" sz="1100" dirty="0">
                  <a:latin typeface="+mj-lt"/>
                </a:rPr>
                <a:t>Life Safety Leadership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924800" y="4419600"/>
              <a:ext cx="2362200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Specialists in Control Panels, </a:t>
              </a:r>
              <a:br>
                <a:rPr lang="en-US" sz="1100" dirty="0">
                  <a:latin typeface="+mj-lt"/>
                </a:rPr>
              </a:br>
              <a:r>
                <a:rPr lang="en-US" sz="1100" dirty="0">
                  <a:latin typeface="+mj-lt"/>
                </a:rPr>
                <a:t>Switchgear and Power Distribution Solutions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972800" y="4343400"/>
              <a:ext cx="2514600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/>
                <a:t>Turning technology into </a:t>
              </a:r>
              <a:br>
                <a:rPr lang="en-US" sz="1100" dirty="0"/>
              </a:br>
              <a:r>
                <a:rPr lang="en-US" sz="1100" i="1" dirty="0"/>
                <a:t>“Technology for Life”</a:t>
              </a:r>
              <a:endParaRPr lang="en-US" sz="1100" i="1" dirty="0">
                <a:latin typeface="+mj-lt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94348A6-A892-4656-61B0-694245770BAA}"/>
              </a:ext>
            </a:extLst>
          </p:cNvPr>
          <p:cNvSpPr/>
          <p:nvPr/>
        </p:nvSpPr>
        <p:spPr>
          <a:xfrm>
            <a:off x="847618" y="5726944"/>
            <a:ext cx="3595409" cy="546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/>
              <a:t>A</a:t>
            </a:r>
            <a:r>
              <a:rPr lang="en-US" dirty="0"/>
              <a:t> </a:t>
            </a:r>
            <a:r>
              <a:rPr lang="en-US" sz="1150" dirty="0"/>
              <a:t>global leader in precision flow-measurement and automation solutions.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2504AA-E012-C4DB-FF1E-71B6F19E99B7}"/>
              </a:ext>
            </a:extLst>
          </p:cNvPr>
          <p:cNvCxnSpPr/>
          <p:nvPr/>
        </p:nvCxnSpPr>
        <p:spPr>
          <a:xfrm rot="5400000">
            <a:off x="3705912" y="5535051"/>
            <a:ext cx="2057400" cy="158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uidant - Precise Measurement Solutions">
            <a:extLst>
              <a:ext uri="{FF2B5EF4-FFF2-40B4-BE49-F238E27FC236}">
                <a16:creationId xmlns:a16="http://schemas.microsoft.com/office/drawing/2014/main" id="{58D1CC3C-23A8-33A6-38F9-5DAE79895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307503"/>
            <a:ext cx="2762250" cy="129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ma">
            <a:extLst>
              <a:ext uri="{FF2B5EF4-FFF2-40B4-BE49-F238E27FC236}">
                <a16:creationId xmlns:a16="http://schemas.microsoft.com/office/drawing/2014/main" id="{3E284EBB-7445-9F07-0314-D031132F6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58" y="4440250"/>
            <a:ext cx="2362307" cy="128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E4C20FE-C5C0-B05A-7222-54DCCE684F98}"/>
              </a:ext>
            </a:extLst>
          </p:cNvPr>
          <p:cNvSpPr/>
          <p:nvPr/>
        </p:nvSpPr>
        <p:spPr>
          <a:xfrm>
            <a:off x="5038618" y="5820097"/>
            <a:ext cx="2884593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/>
              <a:t>Specializing in industrial safety automation and safety PLC solutions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F4CF92-3680-AFBA-7766-83A7937E8DF0}"/>
              </a:ext>
            </a:extLst>
          </p:cNvPr>
          <p:cNvCxnSpPr/>
          <p:nvPr/>
        </p:nvCxnSpPr>
        <p:spPr>
          <a:xfrm rot="5400000">
            <a:off x="7058712" y="5523706"/>
            <a:ext cx="2057400" cy="158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14400" y="152400"/>
            <a:ext cx="3614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Our esteemed </a:t>
            </a:r>
            <a:r>
              <a:rPr lang="en-US" sz="2800" b="1" dirty="0">
                <a:solidFill>
                  <a:srgbClr val="00B0F0"/>
                </a:solidFill>
              </a:rPr>
              <a:t>Clientele</a:t>
            </a:r>
          </a:p>
        </p:txBody>
      </p:sp>
      <p:pic>
        <p:nvPicPr>
          <p:cNvPr id="11" name="Picture 10" descr="sheetal.png"/>
          <p:cNvPicPr>
            <a:picLocks noChangeAspect="1"/>
          </p:cNvPicPr>
          <p:nvPr/>
        </p:nvPicPr>
        <p:blipFill>
          <a:blip r:embed="rId2" cstate="print"/>
          <a:srcRect l="6897" t="3063" r="6897" b="3063"/>
          <a:stretch>
            <a:fillRect/>
          </a:stretch>
        </p:blipFill>
        <p:spPr>
          <a:xfrm>
            <a:off x="7467600" y="3733800"/>
            <a:ext cx="1010653" cy="1600200"/>
          </a:xfrm>
          <a:prstGeom prst="rect">
            <a:avLst/>
          </a:prstGeom>
        </p:spPr>
      </p:pic>
      <p:pic>
        <p:nvPicPr>
          <p:cNvPr id="15" name="Picture 14" descr="Toyo_Engineering_Corporati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0" y="3657600"/>
            <a:ext cx="1297828" cy="1447800"/>
          </a:xfrm>
          <a:prstGeom prst="rect">
            <a:avLst/>
          </a:prstGeom>
        </p:spPr>
      </p:pic>
      <p:pic>
        <p:nvPicPr>
          <p:cNvPr id="16" name="Picture 15" descr="Official_BPCL_LOGO_with_tagline_Energising_Lives.pdf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800" y="1295400"/>
            <a:ext cx="1447801" cy="2053338"/>
          </a:xfrm>
          <a:prstGeom prst="rect">
            <a:avLst/>
          </a:prstGeom>
        </p:spPr>
      </p:pic>
      <p:pic>
        <p:nvPicPr>
          <p:cNvPr id="17" name="Picture 16" descr="Adani_2012_logo.png"/>
          <p:cNvPicPr>
            <a:picLocks noChangeAspect="1"/>
          </p:cNvPicPr>
          <p:nvPr/>
        </p:nvPicPr>
        <p:blipFill>
          <a:blip r:embed="rId5" cstate="print"/>
          <a:srcRect l="6768" t="16667" r="5246" b="16667"/>
          <a:stretch>
            <a:fillRect/>
          </a:stretch>
        </p:blipFill>
        <p:spPr>
          <a:xfrm>
            <a:off x="8915400" y="4038600"/>
            <a:ext cx="2006600" cy="926123"/>
          </a:xfrm>
          <a:prstGeom prst="rect">
            <a:avLst/>
          </a:prstGeom>
        </p:spPr>
      </p:pic>
      <p:pic>
        <p:nvPicPr>
          <p:cNvPr id="18" name="Picture 17" descr="images 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1905000"/>
            <a:ext cx="2514600" cy="766119"/>
          </a:xfrm>
          <a:prstGeom prst="rect">
            <a:avLst/>
          </a:prstGeom>
        </p:spPr>
      </p:pic>
      <p:pic>
        <p:nvPicPr>
          <p:cNvPr id="19" name="Picture 18" descr="image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1981200"/>
            <a:ext cx="2438400" cy="679796"/>
          </a:xfrm>
          <a:prstGeom prst="rect">
            <a:avLst/>
          </a:prstGeom>
        </p:spPr>
      </p:pic>
      <p:pic>
        <p:nvPicPr>
          <p:cNvPr id="21" name="Picture 20" descr="3-1.png"/>
          <p:cNvPicPr>
            <a:picLocks noChangeAspect="1"/>
          </p:cNvPicPr>
          <p:nvPr/>
        </p:nvPicPr>
        <p:blipFill>
          <a:blip r:embed="rId8" cstate="print"/>
          <a:srcRect l="10714" t="17857" r="6250" b="21429"/>
          <a:stretch>
            <a:fillRect/>
          </a:stretch>
        </p:blipFill>
        <p:spPr>
          <a:xfrm>
            <a:off x="5334000" y="4038600"/>
            <a:ext cx="1828800" cy="1002890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 rot="5400000">
            <a:off x="2710064" y="2285206"/>
            <a:ext cx="182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5409406" y="2285206"/>
            <a:ext cx="182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Jinzhou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752600" y="4357070"/>
            <a:ext cx="3124200" cy="560463"/>
          </a:xfrm>
          <a:prstGeom prst="rect">
            <a:avLst/>
          </a:prstGeom>
        </p:spPr>
      </p:pic>
      <p:cxnSp>
        <p:nvCxnSpPr>
          <p:cNvPr id="27" name="Straight Connector 26"/>
          <p:cNvCxnSpPr/>
          <p:nvPr/>
        </p:nvCxnSpPr>
        <p:spPr>
          <a:xfrm rot="5400000">
            <a:off x="8839994" y="2209006"/>
            <a:ext cx="182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4420394" y="4647406"/>
            <a:ext cx="1371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6630194" y="4571206"/>
            <a:ext cx="1371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8001794" y="4495006"/>
            <a:ext cx="1371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10363994" y="4495006"/>
            <a:ext cx="1371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OIAPL LOGO MASTER.png"/>
          <p:cNvPicPr>
            <a:picLocks noChangeAspect="1"/>
          </p:cNvPicPr>
          <p:nvPr/>
        </p:nvPicPr>
        <p:blipFill>
          <a:blip r:embed="rId10" cstate="print"/>
          <a:srcRect r="70269"/>
          <a:stretch>
            <a:fillRect/>
          </a:stretch>
        </p:blipFill>
        <p:spPr>
          <a:xfrm>
            <a:off x="13939760" y="228600"/>
            <a:ext cx="499518" cy="533400"/>
          </a:xfrm>
          <a:prstGeom prst="rect">
            <a:avLst/>
          </a:prstGeom>
        </p:spPr>
      </p:pic>
      <p:pic>
        <p:nvPicPr>
          <p:cNvPr id="2052" name="Picture 4" descr="Hindustan Petroleum - Wikipedia">
            <a:extLst>
              <a:ext uri="{FF2B5EF4-FFF2-40B4-BE49-F238E27FC236}">
                <a16:creationId xmlns:a16="http://schemas.microsoft.com/office/drawing/2014/main" id="{F0A22411-B182-9431-C233-64D3CDC88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059" y="1371600"/>
            <a:ext cx="1553163" cy="194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B161A56-3F5F-D45A-BA7C-00FF74B97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r="17071"/>
          <a:stretch>
            <a:fillRect/>
          </a:stretch>
        </p:blipFill>
        <p:spPr bwMode="auto">
          <a:xfrm>
            <a:off x="1752600" y="5791200"/>
            <a:ext cx="1066800" cy="104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EC8578-5953-99CD-9D8C-2565DAE0E3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4118" y="4828712"/>
            <a:ext cx="3841376" cy="29683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479995-85C0-C530-79EC-012E0BEF88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12185" y="5808923"/>
            <a:ext cx="2684481" cy="1043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E146F1-5DCB-C1F5-9DA6-82AE48D05C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0039" y="5334000"/>
            <a:ext cx="1905000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0D2B41-CCBD-935B-E701-A67315D43B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4451" y="5143959"/>
            <a:ext cx="1714500" cy="2018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72</Words>
  <Application>Microsoft Office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 Nandgaonkar</dc:creator>
  <cp:lastModifiedBy>Sales IntelliAct</cp:lastModifiedBy>
  <cp:revision>190</cp:revision>
  <dcterms:created xsi:type="dcterms:W3CDTF">2026-02-14T08:22:32Z</dcterms:created>
  <dcterms:modified xsi:type="dcterms:W3CDTF">2026-06-08T14:02:38Z</dcterms:modified>
</cp:coreProperties>
</file>